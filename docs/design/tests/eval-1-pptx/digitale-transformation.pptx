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57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0" dirty="0">
                <a:solidFill>
                  <a:srgbClr val="FAFAFA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5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073859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·  ADVISORY  ·  GROWTH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 Transformation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 Schweizer Mittelstand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Chancen, Herausforderungen und strategische Handlungsfelder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März 2026  ·  Rautaki GmbH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91440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Übersicht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223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Ausgangslage — Status quo im Schweizer Mittelstand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Herausforderungen — Typische Hindernisse der Transformation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Kennzahlen — Digitalisierung in Zahlen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Ist- vs. Soll-Zustand — Wo stehen wir, wohin wollen wir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Unser Ansatz — Wie Rautaki den Wandel begleitet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Stimmen aus der Praxis — Was unsere Kunden sagen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Nächste Schritte — Ihr Weg zur digitalen Exzellenz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31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Ausgangslage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steht der Schweizer Mittelstand in der digitalen Transformation?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Typische Hindernisse der Transformation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digitale Strategie — Einzelinitiativen statt ganzheitlicher Ansatz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Fachkräftemangel — Zu wenig interne Kompetenz für Umsetzung und Betrieb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Legacy-Systeme — Veraltete IT-Infrastruktur bremst Innovation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Kultureller Widerstand — Veränderungsbereitschaft auf allen Ebenen fehlt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Regulatorische Komplexität — Datenschutz, Compliance und branchenspezifische Auflagen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Digitalisierung in Zahlen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KMU OHNE DIGITALE STRATEGIE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3.2×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HÖHERER ROI BEI STRATEGISCHER TRANSFORMATION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35508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PRODUKTIVITÄTSGEWINN DURCH KI-INTEGRATION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Ist-Zustand vs. Soll-Zustand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6576" cy="2560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Ist-Zustand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Isolierte Digitalisierungsprojekte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Reaktive statt proaktive KI-Nutzung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Fragmentierte Datenlandschaft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Fehlende Governance-Strukturen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Kompetenzlücken in Schlüsselrollen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600200"/>
            <a:ext cx="36576" cy="2560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600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Soll-Zustand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20574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Integrierte Transformationsstrategie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 als strategischer Hebel verankert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Einheitliche Datenarchitektur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Klare Verantwortlichkeiten und Leitplanken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Kontinuierlicher Kompetenzaufbau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ANSATZ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Rautaki den Wandel begleitet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 verbindet strategische Beratung mit operativer Umsetzungskompetenz. Wir arbeiten direkt mit Geschäftsleitungen zusammen, um: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Eine massgeschneiderte Transformationsstrategie zu entwickeln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KI-Initiativen mit messbaren Geschäftszielen zu verknüpfen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Governance-Strukturen für verantwortungsvolle KI aufzubauen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Teams zu befähigen, den Wandel eigenständig voranzutreiben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640080"/>
            <a:ext cx="3383280" cy="374904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6400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 einfügen]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5A623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05840" y="13716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Rautaki hat uns geholfen, aus einer vagen Digitalisierungsambition eine klare, umsetzbare Strategie zu machen — mit messbaren Ergebnissen in unter sechs Monaten.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" y="3337560"/>
            <a:ext cx="10972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der Person]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[CEO / Geschäftsführer, Unternehmen AG]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57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0" dirty="0">
                <a:solidFill>
                  <a:srgbClr val="FAFAFA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5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073859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·  ADVISORY  ·  GROWTH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Vielen Dank.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Lassen Sie uns gemeinsam Ihre digitale Zukunft gestalten.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·  [E-Mail]  ·  rautaki.ch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Digitale Transformation im Schweizer Mittelstand</dc:title>
  <dc:subject>PptxGenJS Presentation</dc:subject>
  <dc:creator>Rautaki</dc:creator>
  <cp:lastModifiedBy>Rautaki</cp:lastModifiedBy>
  <cp:revision>1</cp:revision>
  <dcterms:created xsi:type="dcterms:W3CDTF">2026-03-10T05:19:23Z</dcterms:created>
  <dcterms:modified xsi:type="dcterms:W3CDTF">2026-03-10T05:19:23Z</dcterms:modified>
</cp:coreProperties>
</file>