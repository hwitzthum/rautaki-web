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0" dirty="0">
                <a:solidFill>
                  <a:srgbClr val="FAFAFA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5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07385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ADVISORY  ·  GROWTH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[Präsentationstitel]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[Untertitel oder kurze Beschreibung]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[Datum]  ·  [Autor/in]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9144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07385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ADVISORY  ·  GROWTH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[Präsentationstitel]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[Untertitel oder kurze Beschreibung]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[Datum]  ·  [Autor/in]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[Abschnittstitel]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des Abschnitts]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331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[Abschnittstitel]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 Beschreibung des Abschnitts]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Aufzählungspunkt mit wichtiger Information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Zweiter Aufzählungspunkt mit Details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Dritter Aufzählungspunkt mit Erklärung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Vierter Aufzählungspunkt als Ergänzung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Fünfter Aufzählungspunkt zum Abschluss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223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Aufzählungspunkt mit wichtiger Information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Zweiter Aufzählungspunkt mit Details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Dritter Aufzählungspunkt mit Erklärung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Vierter Aufzählungspunkt als Ergänzung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Fünfter Aufzählungspunkt zum Abschluss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6576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[Linke Spalte Titel]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der Inhalt der linken Spalte. Ersetzen Sie diesen Platzhaltertext durch Ihren eigenen Inhalt.]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600200"/>
            <a:ext cx="36576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[Rechte Spalte Titel]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der Inhalt der rechten Spalte. Ersetzen Sie diesen Platzhaltertext durch Ihren eigenen Inhalt.]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36576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[Linke Spalte Titel]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der Inhalt der linken Spalte. Ersetzen Sie diesen Platzhaltertext durch Ihren eigenen Inhalt.]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00600" y="1600200"/>
            <a:ext cx="36576" cy="2560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[Rechte Spalte Titel]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der Inhalt der rechten Spalte. Ersetzen Sie diesen Platzhaltertext durch Ihren eigenen Inhalt.]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Ihr Textinhalt. Beschreiben Sie den Kontext, die Kernaussage oder die wichtigsten Punkte, die zum Bild rechts gehören.]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640080"/>
            <a:ext cx="3383280" cy="374904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6400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 einfügen]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Ihr Textinhalt. Beschreiben Sie den Kontext, die Kernaussage oder die wichtigsten Punkte, die zum Bild rechts gehören.]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0" y="640080"/>
            <a:ext cx="3383280" cy="3749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0" y="6400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 einfügen]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383280" cy="374904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 einfügen]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54880" y="960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Ihr Textinhalt. Beschreiben Sie den Kontext, die Kernaussage oder die wichtigsten Punkte, die zum Bild links gehören.]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3383280" cy="374904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[Bild einfügen]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ABSCHNITT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54880" y="9601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[Hier steht Ihr Textinhalt. Beschreiben Sie den Kontext, die Kernaussage oder die wichtigsten Punkte, die zum Bild links gehören.]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[Hintergrundbild einfügen — Rechtsklick → Hintergrund formatieren]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[Aussagekräftiger Titel]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[Kurzer begleitender Text zur Untermauerung der visuellen Aussage.]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5D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4F2EE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[Hintergrundbild einfügen — Rechtsklick → Hintergrund formatieren]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[Aussagekräftiger Titel]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1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[Kurzer begleitender Text zur Untermauerung der visuellen Aussage.]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PROJEKTE ABGESCHLOSSEN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KUNDENZUFRIEDENHEIT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12×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DURCHSCHNITTLICHER ROI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 </a:t>
            </a:r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[Folientitel]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PROJEKTE ABGESCHLOSSEN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65760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KUNDENZUFRIEDENHEIT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36576" cy="201168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82880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12×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35508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5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DURCHSCHNITTLICHER ROI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5A623">
                    <a:alpha val="7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05840" y="13716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[Hier steht ein aussagekräftiges Zitat, das die Kernbotschaft der Präsentation unterstreicht und den Zuhörer inspiriert.]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" y="3337560"/>
            <a:ext cx="10972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der Person]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[Titel / Unternehmen]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F5A623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05840" y="137160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[Hier steht ein aussagekräftiges Zitat, das die Kernbotschaft der Präsentation unterstreicht und den Zuhörer inspiriert.]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05840" y="3337560"/>
            <a:ext cx="10972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 der Person]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[Titel / Unternehmen]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0" dirty="0">
                <a:solidFill>
                  <a:srgbClr val="FAFAFA">
                    <a:alpha val="3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5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07385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ADVISORY  ·  GROWTH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AFA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·  [E-Mail]  ·  rautaki.com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"/>
            <a:ext cx="9144000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97280"/>
            <a:ext cx="20738592" cy="7242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pPr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 ·  ADVISORY  ·  GROWTH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C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3716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[Name]  ·  [E-Mail]  ·  rautaki.com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732020"/>
            <a:ext cx="7680960" cy="0"/>
          </a:xfrm>
          <a:prstGeom prst="line">
            <a:avLst/>
          </a:prstGeom>
          <a:noFill/>
          <a:ln w="1905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777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rautaki.com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Rautaki Präsentationsvorlage</dc:title>
  <dc:subject>PptxGenJS Presentation</dc:subject>
  <dc:creator>Rautaki</dc:creator>
  <cp:lastModifiedBy>Rautaki</cp:lastModifiedBy>
  <cp:revision>1</cp:revision>
  <dcterms:created xsi:type="dcterms:W3CDTF">2026-03-09T16:56:48Z</dcterms:created>
  <dcterms:modified xsi:type="dcterms:W3CDTF">2026-03-09T16:56:48Z</dcterms:modified>
</cp:coreProperties>
</file>